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  <p:sldId id="257" r:id="rId2"/>
    <p:sldId id="258" r:id="rId3"/>
    <p:sldId id="259" r:id="rId4"/>
  </p:sldIdLst>
  <p:sldSz cx="9144000" cy="6858000" type="screen4x3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>
          <a:xfrm>
            <a:off x="762000" y="1000000"/>
            <a:ext cx="7620000" cy="4800000"/>
          </a:xfrm>
        </p:spPr>
        <p:txBody>
          <a:bodyPr/>
          <a:lstStyle/>
          <a:p>
            <a:r>
              <a:rPr lang="vi-VN" sz="3600" b="1"/>
              <a:t>BÁO CÁO BÀI TẬP LỚN MÔN CÔNG NGHỆ ĐA PHƯƠNG TIỆN</a:t>
            </a:r>
          </a:p>
          <a:p>
            <a:pPr lvl="1"/>
            <a:r>
              <a:rPr lang="vi-VN" sz="2000"/>
              <a:t>Đề tài: Game Mathicard &amp; Công nghệ Nén - Truyền Video | Lớp 68PM1 - Nhóm XX</a:t>
            </a:r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>
          <a:xfrm>
            <a:off x="762000" y="1000000"/>
            <a:ext cx="7620000" cy="4800000"/>
          </a:xfrm>
        </p:spPr>
        <p:txBody>
          <a:bodyPr/>
          <a:lstStyle/>
          <a:p>
            <a:r>
              <a:rPr lang="vi-VN" sz="3600" b="1"/>
              <a:t>Phần 1: Giới thiệu &amp; Đánh giá Game Mathicard</a:t>
            </a:r>
          </a:p>
          <a:p>
            <a:pPr lvl="1"/>
            <a:r>
              <a:rPr lang="vi-VN" sz="2000"/>
              <a:t>Game thẻ bài toán học chiến thuật 2-4 người chơi xây dựng trên Godot 4 + C#</a:t>
            </a:r>
          </a:p>
          <a:p>
            <a:pPr lvl="1"/>
            <a:r>
              <a:rPr lang="vi-VN" sz="2000"/>
              <a:t>Vòng lặp 5 giai đoạn: Bốc bài -&gt; Sinh giá trị -&gt; Đánh bài -&gt; Tính điểm -&gt; Cửa hàng</a:t>
            </a:r>
          </a:p>
          <a:p>
            <a:pPr lvl="1"/>
            <a:r>
              <a:rPr lang="vi-VN" sz="2000"/>
              <a:t>Đánh giá chuyên môn đạt 8.5/10 với hơn 120 thẻ bài độc đáo và đồ họa retro pixel</a:t>
            </a:r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>
          <a:xfrm>
            <a:off x="762000" y="1000000"/>
            <a:ext cx="7620000" cy="4800000"/>
          </a:xfrm>
        </p:spPr>
        <p:txBody>
          <a:bodyPr/>
          <a:lstStyle/>
          <a:p>
            <a:r>
              <a:rPr lang="vi-VN" sz="3600" b="1"/>
              <a:t>Phần 2: Bản dịch Sách Fundamentals of Multimedia</a:t>
            </a:r>
          </a:p>
          <a:p>
            <a:pPr lvl="1"/>
            <a:r>
              <a:rPr lang="vi-VN" sz="2000"/>
              <a:t>Chương 11: Kiến trúc dòng chuẩn MPEG-1, 2, 4, 7 và cơ chế ước lượng chuyển động</a:t>
            </a:r>
          </a:p>
          <a:p>
            <a:pPr lvl="1"/>
            <a:r>
              <a:rPr lang="vi-VN" sz="2000"/>
              <a:t>Chương 12: Chuẩn nén thế hệ mới H.264 (AVC) và H.265 (HEVC) với khối CTU 64x64</a:t>
            </a:r>
          </a:p>
        </p:txBody>
      </p:sp>
    </p:spTree>
  </p:cSld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>
          <a:xfrm>
            <a:off x="762000" y="1000000"/>
            <a:ext cx="7620000" cy="4800000"/>
          </a:xfrm>
        </p:spPr>
        <p:txBody>
          <a:bodyPr/>
          <a:lstStyle/>
          <a:p>
            <a:r>
              <a:rPr lang="vi-VN" sz="3600" b="1"/>
              <a:t>Phần 3: Nghiên cứu Nén mất dữ liệu &amp; Truyền Video</a:t>
            </a:r>
          </a:p>
          <a:p>
            <a:pPr lvl="1"/>
            <a:r>
              <a:rPr lang="vi-VN" sz="2000"/>
              <a:t>Chứng minh thực nghiệm: Mất dữ liệu chủ yếu tại bước Lượng tử hóa (Quantization) và Lấy mẫu sắc độ (Chroma Subsampling 4:2:0)</a:t>
            </a:r>
          </a:p>
          <a:p>
            <a:pPr lvl="1"/>
            <a:r>
              <a:rPr lang="vi-VN" sz="2000"/>
              <a:t>Hạ tầng streaming thích ứng HLS/DASH và triển khai progressive download trên nền web</a:t>
            </a:r>
          </a:p>
        </p:txBody>
      </p:sp>
    </p:spTree>
  </p:cSld>
</p:sld>
</file>